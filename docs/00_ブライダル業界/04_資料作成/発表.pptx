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6402A6-2991-41C7-93A6-7CC05973048C}" v="11" dt="2026-09-07T06:01:31.3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竜之介 安慶名" userId="c8ec42f30d7dede4" providerId="LiveId" clId="{C68074B8-B250-4BA8-A011-2FC00D9D19D7}"/>
    <pc:docChg chg="undo custSel addSld delSld modSld">
      <pc:chgData name="竜之介 安慶名" userId="c8ec42f30d7dede4" providerId="LiveId" clId="{C68074B8-B250-4BA8-A011-2FC00D9D19D7}" dt="2026-09-07T06:02:21.804" v="407" actId="1076"/>
      <pc:docMkLst>
        <pc:docMk/>
      </pc:docMkLst>
      <pc:sldChg chg="modSp mod">
        <pc:chgData name="竜之介 安慶名" userId="c8ec42f30d7dede4" providerId="LiveId" clId="{C68074B8-B250-4BA8-A011-2FC00D9D19D7}" dt="2026-09-07T05:46:01.896" v="343" actId="20577"/>
        <pc:sldMkLst>
          <pc:docMk/>
          <pc:sldMk cId="1589349345" sldId="257"/>
        </pc:sldMkLst>
        <pc:spChg chg="mod">
          <ac:chgData name="竜之介 安慶名" userId="c8ec42f30d7dede4" providerId="LiveId" clId="{C68074B8-B250-4BA8-A011-2FC00D9D19D7}" dt="2026-09-07T05:29:26.581" v="17" actId="20577"/>
          <ac:spMkLst>
            <pc:docMk/>
            <pc:sldMk cId="1589349345" sldId="257"/>
            <ac:spMk id="2" creationId="{45A87882-45C8-3AD9-648D-1B7FA838F138}"/>
          </ac:spMkLst>
        </pc:spChg>
        <pc:spChg chg="mod">
          <ac:chgData name="竜之介 安慶名" userId="c8ec42f30d7dede4" providerId="LiveId" clId="{C68074B8-B250-4BA8-A011-2FC00D9D19D7}" dt="2026-09-07T05:46:01.896" v="343" actId="20577"/>
          <ac:spMkLst>
            <pc:docMk/>
            <pc:sldMk cId="1589349345" sldId="257"/>
            <ac:spMk id="3" creationId="{4B656C2B-1025-828B-C452-27918A395243}"/>
          </ac:spMkLst>
        </pc:spChg>
      </pc:sldChg>
      <pc:sldChg chg="modSp mod">
        <pc:chgData name="竜之介 安慶名" userId="c8ec42f30d7dede4" providerId="LiveId" clId="{C68074B8-B250-4BA8-A011-2FC00D9D19D7}" dt="2026-09-07T05:48:07.898" v="345" actId="20577"/>
        <pc:sldMkLst>
          <pc:docMk/>
          <pc:sldMk cId="2385703096" sldId="258"/>
        </pc:sldMkLst>
        <pc:spChg chg="mod">
          <ac:chgData name="竜之介 安慶名" userId="c8ec42f30d7dede4" providerId="LiveId" clId="{C68074B8-B250-4BA8-A011-2FC00D9D19D7}" dt="2026-09-07T05:48:07.898" v="345" actId="20577"/>
          <ac:spMkLst>
            <pc:docMk/>
            <pc:sldMk cId="2385703096" sldId="258"/>
            <ac:spMk id="2" creationId="{882AC006-3BB0-454B-2A4B-8136382F37B4}"/>
          </ac:spMkLst>
        </pc:spChg>
      </pc:sldChg>
      <pc:sldChg chg="modSp mod">
        <pc:chgData name="竜之介 安慶名" userId="c8ec42f30d7dede4" providerId="LiveId" clId="{C68074B8-B250-4BA8-A011-2FC00D9D19D7}" dt="2026-09-07T05:48:22.840" v="347" actId="20577"/>
        <pc:sldMkLst>
          <pc:docMk/>
          <pc:sldMk cId="1016820487" sldId="259"/>
        </pc:sldMkLst>
        <pc:spChg chg="mod">
          <ac:chgData name="竜之介 安慶名" userId="c8ec42f30d7dede4" providerId="LiveId" clId="{C68074B8-B250-4BA8-A011-2FC00D9D19D7}" dt="2026-09-07T05:48:22.840" v="347" actId="20577"/>
          <ac:spMkLst>
            <pc:docMk/>
            <pc:sldMk cId="1016820487" sldId="259"/>
            <ac:spMk id="2" creationId="{327B881D-A231-A35D-E98D-7D145BE5E72D}"/>
          </ac:spMkLst>
        </pc:spChg>
      </pc:sldChg>
      <pc:sldChg chg="modSp new mod">
        <pc:chgData name="竜之介 安慶名" userId="c8ec42f30d7dede4" providerId="LiveId" clId="{C68074B8-B250-4BA8-A011-2FC00D9D19D7}" dt="2026-09-07T05:48:42.255" v="353" actId="20577"/>
        <pc:sldMkLst>
          <pc:docMk/>
          <pc:sldMk cId="1577359813" sldId="260"/>
        </pc:sldMkLst>
        <pc:spChg chg="mod">
          <ac:chgData name="竜之介 安慶名" userId="c8ec42f30d7dede4" providerId="LiveId" clId="{C68074B8-B250-4BA8-A011-2FC00D9D19D7}" dt="2026-09-07T05:48:42.255" v="353" actId="20577"/>
          <ac:spMkLst>
            <pc:docMk/>
            <pc:sldMk cId="1577359813" sldId="260"/>
            <ac:spMk id="2" creationId="{4F9E890F-3F58-2581-D417-3F38733A0CFC}"/>
          </ac:spMkLst>
        </pc:spChg>
      </pc:sldChg>
      <pc:sldChg chg="modSp new mod">
        <pc:chgData name="竜之介 安慶名" userId="c8ec42f30d7dede4" providerId="LiveId" clId="{C68074B8-B250-4BA8-A011-2FC00D9D19D7}" dt="2026-09-07T05:49:29.977" v="355" actId="20577"/>
        <pc:sldMkLst>
          <pc:docMk/>
          <pc:sldMk cId="692571636" sldId="261"/>
        </pc:sldMkLst>
        <pc:spChg chg="mod">
          <ac:chgData name="竜之介 安慶名" userId="c8ec42f30d7dede4" providerId="LiveId" clId="{C68074B8-B250-4BA8-A011-2FC00D9D19D7}" dt="2026-09-07T05:49:29.977" v="355" actId="20577"/>
          <ac:spMkLst>
            <pc:docMk/>
            <pc:sldMk cId="692571636" sldId="261"/>
            <ac:spMk id="2" creationId="{1D0E47B3-A76B-DC9A-CD9C-740195E3B434}"/>
          </ac:spMkLst>
        </pc:spChg>
      </pc:sldChg>
      <pc:sldChg chg="modSp new mod">
        <pc:chgData name="竜之介 安慶名" userId="c8ec42f30d7dede4" providerId="LiveId" clId="{C68074B8-B250-4BA8-A011-2FC00D9D19D7}" dt="2026-09-07T05:49:38.898" v="357" actId="20577"/>
        <pc:sldMkLst>
          <pc:docMk/>
          <pc:sldMk cId="504307242" sldId="262"/>
        </pc:sldMkLst>
        <pc:spChg chg="mod">
          <ac:chgData name="竜之介 安慶名" userId="c8ec42f30d7dede4" providerId="LiveId" clId="{C68074B8-B250-4BA8-A011-2FC00D9D19D7}" dt="2026-09-07T05:49:38.898" v="357" actId="20577"/>
          <ac:spMkLst>
            <pc:docMk/>
            <pc:sldMk cId="504307242" sldId="262"/>
            <ac:spMk id="2" creationId="{4A29FE0B-917B-236E-512C-C913B1945AD2}"/>
          </ac:spMkLst>
        </pc:spChg>
      </pc:sldChg>
      <pc:sldChg chg="modSp new mod">
        <pc:chgData name="竜之介 安慶名" userId="c8ec42f30d7dede4" providerId="LiveId" clId="{C68074B8-B250-4BA8-A011-2FC00D9D19D7}" dt="2026-09-07T05:49:47.852" v="359" actId="20577"/>
        <pc:sldMkLst>
          <pc:docMk/>
          <pc:sldMk cId="1335270494" sldId="263"/>
        </pc:sldMkLst>
        <pc:spChg chg="mod">
          <ac:chgData name="竜之介 安慶名" userId="c8ec42f30d7dede4" providerId="LiveId" clId="{C68074B8-B250-4BA8-A011-2FC00D9D19D7}" dt="2026-09-07T05:49:47.852" v="359" actId="20577"/>
          <ac:spMkLst>
            <pc:docMk/>
            <pc:sldMk cId="1335270494" sldId="263"/>
            <ac:spMk id="2" creationId="{64152C3D-4FDD-FE08-9388-90D9207CAA86}"/>
          </ac:spMkLst>
        </pc:spChg>
      </pc:sldChg>
      <pc:sldChg chg="new del">
        <pc:chgData name="竜之介 安慶名" userId="c8ec42f30d7dede4" providerId="LiveId" clId="{C68074B8-B250-4BA8-A011-2FC00D9D19D7}" dt="2026-09-07T05:50:06.571" v="363" actId="680"/>
        <pc:sldMkLst>
          <pc:docMk/>
          <pc:sldMk cId="2466326283" sldId="264"/>
        </pc:sldMkLst>
      </pc:sldChg>
      <pc:sldChg chg="modSp new mod">
        <pc:chgData name="竜之介 安慶名" userId="c8ec42f30d7dede4" providerId="LiveId" clId="{C68074B8-B250-4BA8-A011-2FC00D9D19D7}" dt="2026-09-07T05:50:12.112" v="366" actId="20577"/>
        <pc:sldMkLst>
          <pc:docMk/>
          <pc:sldMk cId="3414149736" sldId="264"/>
        </pc:sldMkLst>
        <pc:spChg chg="mod">
          <ac:chgData name="竜之介 安慶名" userId="c8ec42f30d7dede4" providerId="LiveId" clId="{C68074B8-B250-4BA8-A011-2FC00D9D19D7}" dt="2026-09-07T05:50:12.112" v="366" actId="20577"/>
          <ac:spMkLst>
            <pc:docMk/>
            <pc:sldMk cId="3414149736" sldId="264"/>
            <ac:spMk id="2" creationId="{3DB142B8-5EE3-7ED6-CB10-230DCE71E894}"/>
          </ac:spMkLst>
        </pc:spChg>
      </pc:sldChg>
      <pc:sldChg chg="new del">
        <pc:chgData name="竜之介 安慶名" userId="c8ec42f30d7dede4" providerId="LiveId" clId="{C68074B8-B250-4BA8-A011-2FC00D9D19D7}" dt="2026-09-07T05:49:59.195" v="361" actId="680"/>
        <pc:sldMkLst>
          <pc:docMk/>
          <pc:sldMk cId="3944806216" sldId="264"/>
        </pc:sldMkLst>
      </pc:sldChg>
      <pc:sldChg chg="modSp new mod">
        <pc:chgData name="竜之介 安慶名" userId="c8ec42f30d7dede4" providerId="LiveId" clId="{C68074B8-B250-4BA8-A011-2FC00D9D19D7}" dt="2026-09-07T06:01:32.378" v="369" actId="20577"/>
        <pc:sldMkLst>
          <pc:docMk/>
          <pc:sldMk cId="3719200706" sldId="265"/>
        </pc:sldMkLst>
        <pc:spChg chg="mod">
          <ac:chgData name="竜之介 安慶名" userId="c8ec42f30d7dede4" providerId="LiveId" clId="{C68074B8-B250-4BA8-A011-2FC00D9D19D7}" dt="2026-09-07T06:01:32.378" v="369" actId="20577"/>
          <ac:spMkLst>
            <pc:docMk/>
            <pc:sldMk cId="3719200706" sldId="265"/>
            <ac:spMk id="2" creationId="{E5D1CEBA-362C-0916-2D40-11434D9F3065}"/>
          </ac:spMkLst>
        </pc:spChg>
      </pc:sldChg>
      <pc:sldChg chg="delSp modSp new mod">
        <pc:chgData name="竜之介 安慶名" userId="c8ec42f30d7dede4" providerId="LiveId" clId="{C68074B8-B250-4BA8-A011-2FC00D9D19D7}" dt="2026-09-07T06:02:21.804" v="407" actId="1076"/>
        <pc:sldMkLst>
          <pc:docMk/>
          <pc:sldMk cId="2409015656" sldId="266"/>
        </pc:sldMkLst>
        <pc:spChg chg="mod">
          <ac:chgData name="竜之介 安慶名" userId="c8ec42f30d7dede4" providerId="LiveId" clId="{C68074B8-B250-4BA8-A011-2FC00D9D19D7}" dt="2026-09-07T06:02:21.804" v="407" actId="1076"/>
          <ac:spMkLst>
            <pc:docMk/>
            <pc:sldMk cId="2409015656" sldId="266"/>
            <ac:spMk id="2" creationId="{8AE65C77-6216-34FB-34C5-D5F086F28D84}"/>
          </ac:spMkLst>
        </pc:spChg>
        <pc:spChg chg="del">
          <ac:chgData name="竜之介 安慶名" userId="c8ec42f30d7dede4" providerId="LiveId" clId="{C68074B8-B250-4BA8-A011-2FC00D9D19D7}" dt="2026-09-07T06:02:11.024" v="406" actId="21"/>
          <ac:spMkLst>
            <pc:docMk/>
            <pc:sldMk cId="2409015656" sldId="266"/>
            <ac:spMk id="3" creationId="{38A71893-BCEB-F6AA-E5C8-AD3D88CC4478}"/>
          </ac:spMkLst>
        </pc:spChg>
      </pc:sldChg>
      <pc:sldChg chg="new del">
        <pc:chgData name="竜之介 安慶名" userId="c8ec42f30d7dede4" providerId="LiveId" clId="{C68074B8-B250-4BA8-A011-2FC00D9D19D7}" dt="2026-09-07T06:01:40.963" v="371" actId="680"/>
        <pc:sldMkLst>
          <pc:docMk/>
          <pc:sldMk cId="3049572866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FE45B5-AC2D-1625-8C9E-4B0AB5212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8393AE1-8B6A-103A-5D28-57F5BAEAFB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001B85-AE2F-ACDA-22CC-288C8E60B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2BBB-1728-468B-84C5-5BFF64A5216A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5AA10D-93B8-6145-086C-4DE1FEA49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995956-C4B9-6431-E001-0476DDA75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7FD7F-D055-4060-BD0B-EA466E394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8079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721F62-EA83-9FDF-795E-1719DDC1F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DB3624-D4E1-3A4A-3375-47903B58C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9EC97D-5762-3C4D-0E78-54B2BDB36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2BBB-1728-468B-84C5-5BFF64A5216A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C7942C2-ACAD-45C1-CFEE-65A24863A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84D50C-C48D-8312-9896-3F0D62204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7FD7F-D055-4060-BD0B-EA466E394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587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8DCADE-8404-4647-60CE-933EE24D4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5E8A06-DD4F-8A03-18AC-768BEAF0D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2336D0-F7D0-9270-01DE-44CBAFE65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2BBB-1728-468B-84C5-5BFF64A5216A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3FBA0C-DED9-E5A4-41E3-7EBE7F64F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067B066-DECC-AD6C-BA91-77A98671D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7FD7F-D055-4060-BD0B-EA466E394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0569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DFC955-9FDD-EB17-752E-0BFF17D5C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6615FE-89D8-9C06-96F2-8D16D3430A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3F76BB8-37CD-EAF5-9C10-7389865CD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17D8CBD-8A6D-78B5-7131-2CA0894FF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2BBB-1728-468B-84C5-5BFF64A5216A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795AE55-E519-1444-0A6F-6497E451F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09C4CA5-E4B9-9041-2036-A281F8931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7FD7F-D055-4060-BD0B-EA466E394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0657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8033B3-0902-7F01-D532-000E972EB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2A4F86-AEF4-6298-D71B-EDB76B11B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710032-7B37-AE1B-4775-50FA34D64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41A68E9-7474-46C8-B8D1-F5991177B3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3B59B9F-0C01-849E-2402-BA68D963E3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2865404-BED2-8839-9D64-B4E06B657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2BBB-1728-468B-84C5-5BFF64A5216A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A78EEB5-C2FE-C7B6-A551-5CB1F82C6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3D57EC8-9FD1-AC06-1D68-46FE43387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7FD7F-D055-4060-BD0B-EA466E394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0437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C51E12-5C6D-9B2B-7AFD-173F0F1CE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EDC9F44-6938-C066-6473-6F6ADA4D6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2BBB-1728-468B-84C5-5BFF64A5216A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1085CEB-CECC-FB0A-1389-136FA15B4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FBBE16D-5E17-9581-BFDB-D58C6F59E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7FD7F-D055-4060-BD0B-EA466E394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3040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4A1823D-276A-58EE-C22F-9279AAFBB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2BBB-1728-468B-84C5-5BFF64A5216A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19998E5-7A58-ED81-7655-5C335BD7E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3517C87-9C8A-0CC0-5FCD-E101F77A5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7FD7F-D055-4060-BD0B-EA466E394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9688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3A01A7-3748-8DC1-D2AA-C1311E4D2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23D9D9-C7D4-79C5-274A-089913AF9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B24BE2A-435E-867F-59F0-7B691285B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48C17CB-583D-A25D-6943-65B192BF2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2BBB-1728-468B-84C5-5BFF64A5216A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7D83568-CA02-9A9A-3A31-99E152E62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E334FCF-FF5A-6850-2813-F37F4B90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7FD7F-D055-4060-BD0B-EA466E394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5222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ECC844-4755-8093-9DC1-FB4B983DB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D683453-0A15-777B-9C88-8884709296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3C3CD23-DD2A-0CAA-AABB-5800E8180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A2A6028-1C31-F227-D405-148F7A5A0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2BBB-1728-468B-84C5-5BFF64A5216A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FCF24C8-DC77-5069-BE72-1A24DB6E2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3F75896-A24B-E031-0F65-B566B736E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7FD7F-D055-4060-BD0B-EA466E394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15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0A67AB-23D3-8625-E525-1DE6EB81E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3993D55-17C0-387E-BFD4-5202A37FF7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CB79CA-0016-ACCE-B44A-13D59E4A7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2BBB-1728-468B-84C5-5BFF64A5216A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151422-C7C1-CCAE-A146-E79ECCC51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6BB39FD-7B5D-C7B3-627A-52C55A149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7FD7F-D055-4060-BD0B-EA466E394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7355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C994D18-8A76-E251-D341-2432D597C5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5527688-80A5-D7EE-AB1C-4122DC009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BC5B27-CED6-9797-FA75-2A1573AF9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2BBB-1728-468B-84C5-5BFF64A5216A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481F67F-0DA5-37A5-23E3-76825F5A9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22E615-6139-11FB-607F-80A17202E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7FD7F-D055-4060-BD0B-EA466E394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721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94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583A8E6-3A3B-2315-6706-3658152D3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5820901-2F74-F906-A94D-286BC08D3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556591-8D0F-FE69-1A98-F0CD9251B9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A62BBB-1728-468B-84C5-5BFF64A5216A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55DFD5-A381-2A87-C5D1-1D89B0C93F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A421C6-2369-7392-55FE-89861970AF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17FD7F-D055-4060-BD0B-EA466E394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5614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D26AAB-F4F3-5C13-0C65-0EF00C8009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ブライダル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9529A64-37D0-CFF9-56F0-67713D3972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名前：</a:t>
            </a:r>
          </a:p>
        </p:txBody>
      </p:sp>
    </p:spTree>
    <p:extLst>
      <p:ext uri="{BB962C8B-B14F-4D97-AF65-F5344CB8AC3E}">
        <p14:creationId xmlns:p14="http://schemas.microsoft.com/office/powerpoint/2010/main" val="3521806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A87882-45C8-3AD9-648D-1B7FA838F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本日の流れ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656C2B-1025-828B-C452-27918A395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ブライダル業界を選んだ理由</a:t>
            </a:r>
            <a:endParaRPr kumimoji="1" lang="en-US" altLang="ja-JP" dirty="0"/>
          </a:p>
          <a:p>
            <a:r>
              <a:rPr lang="ja-JP" altLang="en-US" dirty="0"/>
              <a:t>業界の課題</a:t>
            </a:r>
            <a:endParaRPr kumimoji="1" lang="en-US" altLang="ja-JP" dirty="0"/>
          </a:p>
          <a:p>
            <a:r>
              <a:rPr lang="ja-JP" altLang="en-US" dirty="0"/>
              <a:t>システム開発の目的</a:t>
            </a:r>
            <a:endParaRPr lang="en-US" altLang="ja-JP" dirty="0"/>
          </a:p>
          <a:p>
            <a:r>
              <a:rPr lang="ja-JP" altLang="en-US" dirty="0"/>
              <a:t>コンセプト</a:t>
            </a:r>
            <a:endParaRPr lang="en-US" altLang="ja-JP" dirty="0"/>
          </a:p>
          <a:p>
            <a:r>
              <a:rPr lang="ja-JP" altLang="en-US" dirty="0"/>
              <a:t>システム全体のフロー</a:t>
            </a:r>
            <a:endParaRPr lang="en-US" altLang="ja-JP" dirty="0"/>
          </a:p>
          <a:p>
            <a:r>
              <a:rPr lang="ja-JP" altLang="en-US" dirty="0"/>
              <a:t>デモンストレーション</a:t>
            </a:r>
            <a:endParaRPr lang="en-US" altLang="ja-JP" dirty="0"/>
          </a:p>
          <a:p>
            <a:r>
              <a:rPr lang="ja-JP" altLang="en-US" dirty="0"/>
              <a:t>工夫した点と課題と改善点</a:t>
            </a:r>
            <a:endParaRPr lang="en-US" altLang="ja-JP" dirty="0"/>
          </a:p>
          <a:p>
            <a:r>
              <a:rPr lang="ja-JP" altLang="en-US" dirty="0"/>
              <a:t>質疑応答</a:t>
            </a:r>
            <a:endParaRPr lang="en-US" altLang="ja-JP" dirty="0"/>
          </a:p>
          <a:p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89349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2AC006-3BB0-454B-2A4B-8136382F3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ブライダル業界を選んだ理由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49B6D9-3481-3708-EC87-7A69AAC87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5703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7B881D-A231-A35D-E98D-7D145BE5E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業界の課題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9C7FD5-4E8C-3593-267C-960B39EEC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6820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9E890F-3F58-2581-D417-3F38733A0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システム開発の目的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E0636B-241C-C8B1-7EDC-510F843CD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7359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0E47B3-A76B-DC9A-CD9C-740195E3B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コンセプト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CCD941-42B2-78E0-9AE5-902DAAC40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2571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29FE0B-917B-236E-512C-C913B1945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システム全体のフロー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61FB70C-45D0-1F91-09D1-71A46D533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4307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152C3D-4FDD-FE08-9388-90D9207CA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デモンストレーション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DE541B5-8BE6-EFE5-776E-1BFB061B8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5270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B142B8-5EE3-7ED6-CB10-230DCE71E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工夫した点と課題と改善点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D34057-0169-1B1D-2AFD-EE1ED682B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4149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D1CEBA-362C-0916-2D40-11434D9F3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質疑応答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FA872E-E2B0-AAF0-6E2E-CE8C4C1BB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9200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E65C77-6216-34FB-34C5-D5F086F28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6967"/>
            <a:ext cx="10515600" cy="2852737"/>
          </a:xfrm>
        </p:spPr>
        <p:txBody>
          <a:bodyPr/>
          <a:lstStyle/>
          <a:p>
            <a:r>
              <a:rPr kumimoji="1" lang="ja-JP" altLang="en-US" dirty="0"/>
              <a:t>　</a:t>
            </a:r>
            <a:r>
              <a:rPr kumimoji="1" lang="ja-JP" altLang="en-US" sz="4800" dirty="0"/>
              <a:t>ご清聴ありがとうございました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09015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64</Words>
  <Application>Microsoft Office PowerPoint</Application>
  <PresentationFormat>ワイド画面</PresentationFormat>
  <Paragraphs>20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ブライダル</vt:lpstr>
      <vt:lpstr>本日の流れ</vt:lpstr>
      <vt:lpstr>ブライダル業界を選んだ理由</vt:lpstr>
      <vt:lpstr>業界の課題</vt:lpstr>
      <vt:lpstr>システム開発の目的</vt:lpstr>
      <vt:lpstr>コンセプト</vt:lpstr>
      <vt:lpstr>システム全体のフロー</vt:lpstr>
      <vt:lpstr>デモンストレーション</vt:lpstr>
      <vt:lpstr>工夫した点と課題と改善点</vt:lpstr>
      <vt:lpstr>質疑応答</vt:lpstr>
      <vt:lpstr>　ご清聴ありがとうございました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竜之介 安慶名</dc:creator>
  <cp:lastModifiedBy>竜之介 安慶名</cp:lastModifiedBy>
  <cp:revision>1</cp:revision>
  <dcterms:created xsi:type="dcterms:W3CDTF">2026-09-07T05:27:42Z</dcterms:created>
  <dcterms:modified xsi:type="dcterms:W3CDTF">2026-09-07T06:02:25Z</dcterms:modified>
</cp:coreProperties>
</file>