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EgNOsPWVY8TlDY4relmPnwc1I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ja-JP"/>
              <a:t>ブライダル業界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ja-JP" sz="3200"/>
              <a:t>Creepy 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本日の流れ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ブライダル業界を選んだ理由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現状</a:t>
            </a:r>
            <a:r>
              <a:rPr lang="ja-JP"/>
              <a:t>と解決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システム提案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質疑応答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01 業界を選んだ理由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02 業界の課題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8240486" y="1393372"/>
            <a:ext cx="2906486" cy="2913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045028" y="1542030"/>
            <a:ext cx="2688772" cy="4151199"/>
          </a:xfrm>
          <a:prstGeom prst="rect">
            <a:avLst/>
          </a:prstGeom>
          <a:solidFill>
            <a:srgbClr val="82CAEB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　少子化問題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少子化問題が起こっている最大の理由は、</a:t>
            </a:r>
            <a:r>
              <a:rPr b="1"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「未婚化・晩婚化」と「子育てにおける経済的・精神的負担の増大」が複雑に絡み合っているため</a:t>
            </a: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です。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03　システム提案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04　システムでの詳しい仮設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期待される効果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まとめ：私たちが提供するシステム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/>
              <a:t>終わり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/>
              <a:t>ご清聴ありがとうございました。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2026-05-28T02:37:19Z</dcterms:created>
  <dc:creator>竜之介 安慶名</dc:creator>
</cp:coreProperties>
</file>